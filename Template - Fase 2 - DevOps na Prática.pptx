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8"/>
  </p:notesMasterIdLst>
  <p:handoutMasterIdLst>
    <p:handoutMasterId r:id="rId19"/>
  </p:handoutMasterIdLst>
  <p:sldIdLst>
    <p:sldId id="288" r:id="rId5"/>
    <p:sldId id="325" r:id="rId6"/>
    <p:sldId id="301" r:id="rId7"/>
    <p:sldId id="302" r:id="rId8"/>
    <p:sldId id="293" r:id="rId9"/>
    <p:sldId id="304" r:id="rId10"/>
    <p:sldId id="322" r:id="rId11"/>
    <p:sldId id="323" r:id="rId12"/>
    <p:sldId id="324" r:id="rId13"/>
    <p:sldId id="327" r:id="rId14"/>
    <p:sldId id="330" r:id="rId15"/>
    <p:sldId id="329" r:id="rId16"/>
    <p:sldId id="300" r:id="rId17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25"/>
            <p14:sldId id="301"/>
            <p14:sldId id="302"/>
            <p14:sldId id="293"/>
            <p14:sldId id="304"/>
            <p14:sldId id="322"/>
            <p14:sldId id="323"/>
            <p14:sldId id="324"/>
            <p14:sldId id="327"/>
            <p14:sldId id="330"/>
            <p14:sldId id="32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ssa Da Rosa Vega" initials="ADRV" lastIdx="1" clrIdx="0">
    <p:extLst>
      <p:ext uri="{19B8F6BF-5375-455C-9EA6-DF929625EA0E}">
        <p15:presenceInfo xmlns:p15="http://schemas.microsoft.com/office/powerpoint/2012/main" userId="S-1-5-21-602162358-1580818891-839522115-238391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FC"/>
    <a:srgbClr val="9966FF"/>
    <a:srgbClr val="DAE3F3"/>
    <a:srgbClr val="9999FF"/>
    <a:srgbClr val="53559B"/>
    <a:srgbClr val="C3A77A"/>
    <a:srgbClr val="9E7E54"/>
    <a:srgbClr val="AE9780"/>
    <a:srgbClr val="85677A"/>
    <a:srgbClr val="A87F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1" autoAdjust="0"/>
    <p:restoredTop sz="86410" autoAdjust="0"/>
  </p:normalViewPr>
  <p:slideViewPr>
    <p:cSldViewPr snapToGrid="0">
      <p:cViewPr varScale="1">
        <p:scale>
          <a:sx n="59" d="100"/>
          <a:sy n="59" d="100"/>
        </p:scale>
        <p:origin x="16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144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sa Da Rosa Vega" userId="116fd44e-507e-4426-a177-f6817e88f05f" providerId="ADAL" clId="{8486FF19-B67E-4BB2-AE54-B0EFD9373DFF}"/>
    <pc:docChg chg="modSld">
      <pc:chgData name="Andressa Da Rosa Vega" userId="116fd44e-507e-4426-a177-f6817e88f05f" providerId="ADAL" clId="{8486FF19-B67E-4BB2-AE54-B0EFD9373DFF}" dt="2025-07-11T18:57:25.804" v="4"/>
      <pc:docMkLst>
        <pc:docMk/>
      </pc:docMkLst>
      <pc:sldChg chg="addCm modCm">
        <pc:chgData name="Andressa Da Rosa Vega" userId="116fd44e-507e-4426-a177-f6817e88f05f" providerId="ADAL" clId="{8486FF19-B67E-4BB2-AE54-B0EFD9373DFF}" dt="2025-07-11T18:57:25.804" v="4"/>
        <pc:sldMkLst>
          <pc:docMk/>
          <pc:sldMk cId="906182785" sldId="328"/>
        </pc:sldMkLst>
      </pc:sldChg>
    </pc:docChg>
  </pc:docChgLst>
  <pc:docChgLst>
    <pc:chgData name="Rafaela Boletti Duraes Souto" userId="78f52f2a-2d51-4833-a638-c8c75f30638a" providerId="ADAL" clId="{08120806-4825-4CA5-BADB-3903FD4E160D}"/>
    <pc:docChg chg="undo custSel delSld modSld modMainMaster modSection">
      <pc:chgData name="Rafaela Boletti Duraes Souto" userId="78f52f2a-2d51-4833-a638-c8c75f30638a" providerId="ADAL" clId="{08120806-4825-4CA5-BADB-3903FD4E160D}" dt="2025-05-06T16:40:58.417" v="270"/>
      <pc:docMkLst>
        <pc:docMk/>
      </pc:docMkLst>
      <pc:sldChg chg="addSp delSp modSp">
        <pc:chgData name="Rafaela Boletti Duraes Souto" userId="78f52f2a-2d51-4833-a638-c8c75f30638a" providerId="ADAL" clId="{08120806-4825-4CA5-BADB-3903FD4E160D}" dt="2025-05-06T16:40:42.343" v="264"/>
        <pc:sldMkLst>
          <pc:docMk/>
          <pc:sldMk cId="4066044570" sldId="302"/>
        </pc:sldMkLst>
        <pc:spChg chg="add mod">
          <ac:chgData name="Rafaela Boletti Duraes Souto" userId="78f52f2a-2d51-4833-a638-c8c75f30638a" providerId="ADAL" clId="{08120806-4825-4CA5-BADB-3903FD4E160D}" dt="2025-05-06T16:40:42.343" v="264"/>
          <ac:spMkLst>
            <pc:docMk/>
            <pc:sldMk cId="4066044570" sldId="302"/>
            <ac:spMk id="2" creationId="{74E2798D-2651-44FC-8A6B-CA3191F9DDC0}"/>
          </ac:spMkLst>
        </pc:spChg>
        <pc:spChg chg="del">
          <ac:chgData name="Rafaela Boletti Duraes Souto" userId="78f52f2a-2d51-4833-a638-c8c75f30638a" providerId="ADAL" clId="{08120806-4825-4CA5-BADB-3903FD4E160D}" dt="2025-05-06T16:40:42.343" v="264"/>
          <ac:spMkLst>
            <pc:docMk/>
            <pc:sldMk cId="4066044570" sldId="302"/>
            <ac:spMk id="3" creationId="{486EC7D3-5A22-4E4C-A827-68C78786376B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44.981" v="265"/>
        <pc:sldMkLst>
          <pc:docMk/>
          <pc:sldMk cId="1260139504" sldId="304"/>
        </pc:sldMkLst>
        <pc:spChg chg="add del mod">
          <ac:chgData name="Rafaela Boletti Duraes Souto" userId="78f52f2a-2d51-4833-a638-c8c75f30638a" providerId="ADAL" clId="{08120806-4825-4CA5-BADB-3903FD4E160D}" dt="2025-05-06T16:40:44.981" v="265"/>
          <ac:spMkLst>
            <pc:docMk/>
            <pc:sldMk cId="1260139504" sldId="304"/>
            <ac:spMk id="2" creationId="{68E87E69-060E-400C-9D77-929637924F65}"/>
          </ac:spMkLst>
        </pc:spChg>
        <pc:spChg chg="add mod">
          <ac:chgData name="Rafaela Boletti Duraes Souto" userId="78f52f2a-2d51-4833-a638-c8c75f30638a" providerId="ADAL" clId="{08120806-4825-4CA5-BADB-3903FD4E160D}" dt="2025-05-06T16:40:44.981" v="265"/>
          <ac:spMkLst>
            <pc:docMk/>
            <pc:sldMk cId="1260139504" sldId="304"/>
            <ac:spMk id="3" creationId="{45181BE6-E915-4A13-8BF5-110E693F1C01}"/>
          </ac:spMkLst>
        </pc:spChg>
        <pc:spChg chg="del">
          <ac:chgData name="Rafaela Boletti Duraes Souto" userId="78f52f2a-2d51-4833-a638-c8c75f30638a" providerId="ADAL" clId="{08120806-4825-4CA5-BADB-3903FD4E160D}" dt="2025-05-05T12:14:28.711" v="28"/>
          <ac:spMkLst>
            <pc:docMk/>
            <pc:sldMk cId="1260139504" sldId="304"/>
            <ac:spMk id="8" creationId="{59EB09DC-0995-4579-BD8E-62B0A5966A4F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47.351" v="266"/>
        <pc:sldMkLst>
          <pc:docMk/>
          <pc:sldMk cId="4250345591" sldId="322"/>
        </pc:sldMkLst>
        <pc:spChg chg="add del mod">
          <ac:chgData name="Rafaela Boletti Duraes Souto" userId="78f52f2a-2d51-4833-a638-c8c75f30638a" providerId="ADAL" clId="{08120806-4825-4CA5-BADB-3903FD4E160D}" dt="2025-05-06T16:40:47.351" v="266"/>
          <ac:spMkLst>
            <pc:docMk/>
            <pc:sldMk cId="4250345591" sldId="322"/>
            <ac:spMk id="2" creationId="{3EB53FFC-685F-4300-B5A1-2D9AA7C8EB72}"/>
          </ac:spMkLst>
        </pc:spChg>
        <pc:spChg chg="add mod">
          <ac:chgData name="Rafaela Boletti Duraes Souto" userId="78f52f2a-2d51-4833-a638-c8c75f30638a" providerId="ADAL" clId="{08120806-4825-4CA5-BADB-3903FD4E160D}" dt="2025-05-06T16:40:47.351" v="266"/>
          <ac:spMkLst>
            <pc:docMk/>
            <pc:sldMk cId="4250345591" sldId="322"/>
            <ac:spMk id="3" creationId="{E10E8DC6-4F7E-49E7-B7FF-313F6C650D28}"/>
          </ac:spMkLst>
        </pc:spChg>
        <pc:spChg chg="del">
          <ac:chgData name="Rafaela Boletti Duraes Souto" userId="78f52f2a-2d51-4833-a638-c8c75f30638a" providerId="ADAL" clId="{08120806-4825-4CA5-BADB-3903FD4E160D}" dt="2025-05-05T12:14:34.096" v="30"/>
          <ac:spMkLst>
            <pc:docMk/>
            <pc:sldMk cId="4250345591" sldId="322"/>
            <ac:spMk id="5" creationId="{11CEC448-03FF-4078-9793-DF971F9A625D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51.984" v="267"/>
        <pc:sldMkLst>
          <pc:docMk/>
          <pc:sldMk cId="3297169908" sldId="324"/>
        </pc:sldMkLst>
        <pc:spChg chg="add mod">
          <ac:chgData name="Rafaela Boletti Duraes Souto" userId="78f52f2a-2d51-4833-a638-c8c75f30638a" providerId="ADAL" clId="{08120806-4825-4CA5-BADB-3903FD4E160D}" dt="2025-05-06T16:40:51.984" v="267"/>
          <ac:spMkLst>
            <pc:docMk/>
            <pc:sldMk cId="3297169908" sldId="324"/>
            <ac:spMk id="2" creationId="{21D21805-13EB-4C4A-8CBD-41CEE10D7986}"/>
          </ac:spMkLst>
        </pc:spChg>
        <pc:spChg chg="del">
          <ac:chgData name="Rafaela Boletti Duraes Souto" userId="78f52f2a-2d51-4833-a638-c8c75f30638a" providerId="ADAL" clId="{08120806-4825-4CA5-BADB-3903FD4E160D}" dt="2025-05-05T12:21:57.428" v="201"/>
          <ac:spMkLst>
            <pc:docMk/>
            <pc:sldMk cId="3297169908" sldId="324"/>
            <ac:spMk id="2" creationId="{4B3CD291-20B0-4E2D-BF47-5B6E156DFB41}"/>
          </ac:spMkLst>
        </pc:spChg>
        <pc:spChg chg="add del mod">
          <ac:chgData name="Rafaela Boletti Duraes Souto" userId="78f52f2a-2d51-4833-a638-c8c75f30638a" providerId="ADAL" clId="{08120806-4825-4CA5-BADB-3903FD4E160D}" dt="2025-05-06T16:40:51.984" v="267"/>
          <ac:spMkLst>
            <pc:docMk/>
            <pc:sldMk cId="3297169908" sldId="324"/>
            <ac:spMk id="3" creationId="{363C3F4C-21AE-4280-89E0-0F64D8A19B4D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54.092" v="268"/>
        <pc:sldMkLst>
          <pc:docMk/>
          <pc:sldMk cId="2103081825" sldId="327"/>
        </pc:sldMkLst>
        <pc:spChg chg="add del mod">
          <ac:chgData name="Rafaela Boletti Duraes Souto" userId="78f52f2a-2d51-4833-a638-c8c75f30638a" providerId="ADAL" clId="{08120806-4825-4CA5-BADB-3903FD4E160D}" dt="2025-05-06T16:40:54.092" v="268"/>
          <ac:spMkLst>
            <pc:docMk/>
            <pc:sldMk cId="2103081825" sldId="327"/>
            <ac:spMk id="2" creationId="{448AA6B9-8BF6-42B4-955F-C5E6B89F4062}"/>
          </ac:spMkLst>
        </pc:spChg>
        <pc:spChg chg="del">
          <ac:chgData name="Rafaela Boletti Duraes Souto" userId="78f52f2a-2d51-4833-a638-c8c75f30638a" providerId="ADAL" clId="{08120806-4825-4CA5-BADB-3903FD4E160D}" dt="2025-05-05T12:21:59.729" v="202"/>
          <ac:spMkLst>
            <pc:docMk/>
            <pc:sldMk cId="2103081825" sldId="327"/>
            <ac:spMk id="3" creationId="{790AB614-4BEB-4B4E-9267-96EA3A25FDDA}"/>
          </ac:spMkLst>
        </pc:spChg>
        <pc:spChg chg="add mod">
          <ac:chgData name="Rafaela Boletti Duraes Souto" userId="78f52f2a-2d51-4833-a638-c8c75f30638a" providerId="ADAL" clId="{08120806-4825-4CA5-BADB-3903FD4E160D}" dt="2025-05-06T16:40:54.092" v="268"/>
          <ac:spMkLst>
            <pc:docMk/>
            <pc:sldMk cId="2103081825" sldId="327"/>
            <ac:spMk id="3" creationId="{D36C2A04-613C-4F1D-AEBB-6742608F7018}"/>
          </ac:spMkLst>
        </pc:spChg>
      </pc:sldChg>
      <pc:sldChg chg="addSp delSp modSp">
        <pc:chgData name="Rafaela Boletti Duraes Souto" userId="78f52f2a-2d51-4833-a638-c8c75f30638a" providerId="ADAL" clId="{08120806-4825-4CA5-BADB-3903FD4E160D}" dt="2025-05-06T16:40:58.417" v="270"/>
        <pc:sldMkLst>
          <pc:docMk/>
          <pc:sldMk cId="4287345769" sldId="329"/>
        </pc:sldMkLst>
        <pc:spChg chg="add mod">
          <ac:chgData name="Rafaela Boletti Duraes Souto" userId="78f52f2a-2d51-4833-a638-c8c75f30638a" providerId="ADAL" clId="{08120806-4825-4CA5-BADB-3903FD4E160D}" dt="2025-05-06T16:40:58.417" v="270"/>
          <ac:spMkLst>
            <pc:docMk/>
            <pc:sldMk cId="4287345769" sldId="329"/>
            <ac:spMk id="2" creationId="{48D887FD-3139-4636-B7E0-7A260054AD9F}"/>
          </ac:spMkLst>
        </pc:spChg>
        <pc:spChg chg="del">
          <ac:chgData name="Rafaela Boletti Duraes Souto" userId="78f52f2a-2d51-4833-a638-c8c75f30638a" providerId="ADAL" clId="{08120806-4825-4CA5-BADB-3903FD4E160D}" dt="2025-05-06T16:40:58.417" v="270"/>
          <ac:spMkLst>
            <pc:docMk/>
            <pc:sldMk cId="4287345769" sldId="329"/>
            <ac:spMk id="3" creationId="{C6A492F6-B353-4FAE-B045-D98F02D7EBE6}"/>
          </ac:spMkLst>
        </pc:spChg>
      </pc:sldChg>
      <pc:sldMasterChg chg="delSldLayout modSldLayout">
        <pc:chgData name="Rafaela Boletti Duraes Souto" userId="78f52f2a-2d51-4833-a638-c8c75f30638a" providerId="ADAL" clId="{08120806-4825-4CA5-BADB-3903FD4E160D}" dt="2025-05-06T16:38:35.208" v="263" actId="2696"/>
        <pc:sldMasterMkLst>
          <pc:docMk/>
          <pc:sldMasterMk cId="1747979782" sldId="2147483665"/>
        </pc:sldMasterMkLst>
        <pc:sldLayoutChg chg="addSp delSp modSp">
          <pc:chgData name="Rafaela Boletti Duraes Souto" userId="78f52f2a-2d51-4833-a638-c8c75f30638a" providerId="ADAL" clId="{08120806-4825-4CA5-BADB-3903FD4E160D}" dt="2025-05-05T12:44:37.183" v="219" actId="1035"/>
          <pc:sldLayoutMkLst>
            <pc:docMk/>
            <pc:sldMasterMk cId="1747979782" sldId="2147483665"/>
            <pc:sldLayoutMk cId="1087986744" sldId="2147483728"/>
          </pc:sldLayoutMkLst>
          <pc:spChg chg="del">
            <ac:chgData name="Rafaela Boletti Duraes Souto" userId="78f52f2a-2d51-4833-a638-c8c75f30638a" providerId="ADAL" clId="{08120806-4825-4CA5-BADB-3903FD4E160D}" dt="2025-05-02T12:53:55.962" v="0" actId="478"/>
            <ac:spMkLst>
              <pc:docMk/>
              <pc:sldMasterMk cId="1747979782" sldId="2147483665"/>
              <pc:sldLayoutMk cId="1087986744" sldId="2147483728"/>
              <ac:spMk id="2" creationId="{72189A0E-F081-4C4C-B5C2-CD5A4F779FC4}"/>
            </ac:spMkLst>
          </pc:spChg>
          <pc:spChg chg="add del">
            <ac:chgData name="Rafaela Boletti Duraes Souto" userId="78f52f2a-2d51-4833-a638-c8c75f30638a" providerId="ADAL" clId="{08120806-4825-4CA5-BADB-3903FD4E160D}" dt="2025-05-05T12:09:55.319" v="10" actId="478"/>
            <ac:spMkLst>
              <pc:docMk/>
              <pc:sldMasterMk cId="1747979782" sldId="2147483665"/>
              <pc:sldLayoutMk cId="1087986744" sldId="2147483728"/>
              <ac:spMk id="9" creationId="{5C971411-D4B8-4626-8153-1F247A9CD99C}"/>
            </ac:spMkLst>
          </pc:spChg>
          <pc:spChg chg="del">
            <ac:chgData name="Rafaela Boletti Duraes Souto" userId="78f52f2a-2d51-4833-a638-c8c75f30638a" providerId="ADAL" clId="{08120806-4825-4CA5-BADB-3903FD4E160D}" dt="2025-05-05T12:09:52.167" v="8" actId="478"/>
            <ac:spMkLst>
              <pc:docMk/>
              <pc:sldMasterMk cId="1747979782" sldId="2147483665"/>
              <pc:sldLayoutMk cId="1087986744" sldId="2147483728"/>
              <ac:spMk id="10" creationId="{A3E46545-5E91-4C76-87DB-86D3C5ED1CF2}"/>
            </ac:spMkLst>
          </pc:spChg>
          <pc:spChg chg="add">
            <ac:chgData name="Rafaela Boletti Duraes Souto" userId="78f52f2a-2d51-4833-a638-c8c75f30638a" providerId="ADAL" clId="{08120806-4825-4CA5-BADB-3903FD4E160D}" dt="2025-05-05T12:09:52.653" v="9"/>
            <ac:spMkLst>
              <pc:docMk/>
              <pc:sldMasterMk cId="1747979782" sldId="2147483665"/>
              <pc:sldLayoutMk cId="1087986744" sldId="2147483728"/>
              <ac:spMk id="11" creationId="{48E7F857-5448-4CCD-8569-619639D6431A}"/>
            </ac:spMkLst>
          </pc:spChg>
          <pc:graphicFrameChg chg="add del">
            <ac:chgData name="Rafaela Boletti Duraes Souto" userId="78f52f2a-2d51-4833-a638-c8c75f30638a" providerId="ADAL" clId="{08120806-4825-4CA5-BADB-3903FD4E160D}" dt="2025-05-05T12:44:19.524" v="205"/>
            <ac:graphicFrameMkLst>
              <pc:docMk/>
              <pc:sldMasterMk cId="1747979782" sldId="2147483665"/>
              <pc:sldLayoutMk cId="1087986744" sldId="2147483728"/>
              <ac:graphicFrameMk id="2" creationId="{DD598CEF-91A7-41AA-AD37-FBFB0CA5FDA2}"/>
            </ac:graphicFrameMkLst>
          </pc:graphicFrameChg>
          <pc:graphicFrameChg chg="add del mod modGraphic">
            <ac:chgData name="Rafaela Boletti Duraes Souto" userId="78f52f2a-2d51-4833-a638-c8c75f30638a" providerId="ADAL" clId="{08120806-4825-4CA5-BADB-3903FD4E160D}" dt="2025-05-05T12:44:37.183" v="219" actId="1035"/>
            <ac:graphicFrameMkLst>
              <pc:docMk/>
              <pc:sldMasterMk cId="1747979782" sldId="2147483665"/>
              <pc:sldLayoutMk cId="1087986744" sldId="2147483728"/>
              <ac:graphicFrameMk id="12" creationId="{B4A90663-2F92-4A52-96F7-CA96860E500A}"/>
            </ac:graphicFrameMkLst>
          </pc:graphicFrameChg>
        </pc:sldLayoutChg>
        <pc:sldLayoutChg chg="addSp delSp modSp">
          <pc:chgData name="Rafaela Boletti Duraes Souto" userId="78f52f2a-2d51-4833-a638-c8c75f30638a" providerId="ADAL" clId="{08120806-4825-4CA5-BADB-3903FD4E160D}" dt="2025-05-06T16:38:17.188" v="262" actId="6549"/>
          <pc:sldLayoutMkLst>
            <pc:docMk/>
            <pc:sldMasterMk cId="1747979782" sldId="2147483665"/>
            <pc:sldLayoutMk cId="3930637263" sldId="2147483730"/>
          </pc:sldLayoutMkLst>
          <pc:spChg chg="del">
            <ac:chgData name="Rafaela Boletti Duraes Souto" userId="78f52f2a-2d51-4833-a638-c8c75f30638a" providerId="ADAL" clId="{08120806-4825-4CA5-BADB-3903FD4E160D}" dt="2025-05-05T12:10:03.672" v="13" actId="478"/>
            <ac:spMkLst>
              <pc:docMk/>
              <pc:sldMasterMk cId="1747979782" sldId="2147483665"/>
              <pc:sldLayoutMk cId="3930637263" sldId="2147483730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08120806-4825-4CA5-BADB-3903FD4E160D}" dt="2025-05-05T12:10:03.672" v="13" actId="478"/>
            <ac:spMkLst>
              <pc:docMk/>
              <pc:sldMasterMk cId="1747979782" sldId="2147483665"/>
              <pc:sldLayoutMk cId="3930637263" sldId="2147483730"/>
              <ac:spMk id="11" creationId="{73102ECA-C91E-4894-B126-54F94FAC3795}"/>
            </ac:spMkLst>
          </pc:spChg>
          <pc:spChg chg="add">
            <ac:chgData name="Rafaela Boletti Duraes Souto" userId="78f52f2a-2d51-4833-a638-c8c75f30638a" providerId="ADAL" clId="{08120806-4825-4CA5-BADB-3903FD4E160D}" dt="2025-05-05T12:10:04.104" v="14"/>
            <ac:spMkLst>
              <pc:docMk/>
              <pc:sldMasterMk cId="1747979782" sldId="2147483665"/>
              <pc:sldLayoutMk cId="3930637263" sldId="2147483730"/>
              <ac:spMk id="12" creationId="{487BA6BD-F2DA-4F04-A329-BF1EEE0159A0}"/>
            </ac:spMkLst>
          </pc:spChg>
          <pc:spChg chg="del">
            <ac:chgData name="Rafaela Boletti Duraes Souto" userId="78f52f2a-2d51-4833-a638-c8c75f30638a" providerId="ADAL" clId="{08120806-4825-4CA5-BADB-3903FD4E160D}" dt="2025-05-02T12:54:02.350" v="4" actId="478"/>
            <ac:spMkLst>
              <pc:docMk/>
              <pc:sldMasterMk cId="1747979782" sldId="2147483665"/>
              <pc:sldLayoutMk cId="3930637263" sldId="2147483730"/>
              <ac:spMk id="13" creationId="{D9AF53FD-1126-438C-A9CE-568A765FE2CB}"/>
            </ac:spMkLst>
          </pc:spChg>
          <pc:spChg chg="mod">
            <ac:chgData name="Rafaela Boletti Duraes Souto" userId="78f52f2a-2d51-4833-a638-c8c75f30638a" providerId="ADAL" clId="{08120806-4825-4CA5-BADB-3903FD4E160D}" dt="2025-05-06T16:38:17.188" v="262" actId="6549"/>
            <ac:spMkLst>
              <pc:docMk/>
              <pc:sldMasterMk cId="1747979782" sldId="2147483665"/>
              <pc:sldLayoutMk cId="3930637263" sldId="2147483730"/>
              <ac:spMk id="17" creationId="{40C1AF06-63D9-405D-94ED-2270CB6C71F7}"/>
            </ac:spMkLst>
          </pc:spChg>
          <pc:graphicFrameChg chg="add">
            <ac:chgData name="Rafaela Boletti Duraes Souto" userId="78f52f2a-2d51-4833-a638-c8c75f30638a" providerId="ADAL" clId="{08120806-4825-4CA5-BADB-3903FD4E160D}" dt="2025-05-05T12:44:43.461" v="223"/>
            <ac:graphicFrameMkLst>
              <pc:docMk/>
              <pc:sldMasterMk cId="1747979782" sldId="2147483665"/>
              <pc:sldLayoutMk cId="3930637263" sldId="2147483730"/>
              <ac:graphicFrameMk id="10" creationId="{E44F08ED-3F11-4553-94B8-96DB62235C5F}"/>
            </ac:graphicFrameMkLst>
          </pc:graphicFrameChg>
          <pc:graphicFrameChg chg="add del">
            <ac:chgData name="Rafaela Boletti Duraes Souto" userId="78f52f2a-2d51-4833-a638-c8c75f30638a" providerId="ADAL" clId="{08120806-4825-4CA5-BADB-3903FD4E160D}" dt="2025-05-05T12:44:42.661" v="222" actId="478"/>
            <ac:graphicFrameMkLst>
              <pc:docMk/>
              <pc:sldMasterMk cId="1747979782" sldId="2147483665"/>
              <pc:sldLayoutMk cId="3930637263" sldId="2147483730"/>
              <ac:graphicFrameMk id="13" creationId="{5DA7F574-4771-48E5-ABD2-D64D6ECB5BD5}"/>
            </ac:graphicFrameMkLst>
          </pc:graphicFrameChg>
        </pc:sldLayoutChg>
        <pc:sldLayoutChg chg="addSp delSp modSp">
          <pc:chgData name="Rafaela Boletti Duraes Souto" userId="78f52f2a-2d51-4833-a638-c8c75f30638a" providerId="ADAL" clId="{08120806-4825-4CA5-BADB-3903FD4E160D}" dt="2025-05-05T12:21:26.835" v="195" actId="14100"/>
          <pc:sldLayoutMkLst>
            <pc:docMk/>
            <pc:sldMasterMk cId="1747979782" sldId="2147483665"/>
            <pc:sldLayoutMk cId="83172324" sldId="2147483731"/>
          </pc:sldLayoutMkLst>
          <pc:spChg chg="add mod">
            <ac:chgData name="Rafaela Boletti Duraes Souto" userId="78f52f2a-2d51-4833-a638-c8c75f30638a" providerId="ADAL" clId="{08120806-4825-4CA5-BADB-3903FD4E160D}" dt="2025-05-05T12:21:26.835" v="195" actId="14100"/>
            <ac:spMkLst>
              <pc:docMk/>
              <pc:sldMasterMk cId="1747979782" sldId="2147483665"/>
              <pc:sldLayoutMk cId="83172324" sldId="2147483731"/>
              <ac:spMk id="11" creationId="{4DDAA29E-80DC-4FA9-8CA9-0B794204646F}"/>
            </ac:spMkLst>
          </pc:spChg>
          <pc:spChg chg="mod">
            <ac:chgData name="Rafaela Boletti Duraes Souto" userId="78f52f2a-2d51-4833-a638-c8c75f30638a" providerId="ADAL" clId="{08120806-4825-4CA5-BADB-3903FD4E160D}" dt="2025-05-05T12:20:01.792" v="125" actId="14100"/>
            <ac:spMkLst>
              <pc:docMk/>
              <pc:sldMasterMk cId="1747979782" sldId="2147483665"/>
              <pc:sldLayoutMk cId="83172324" sldId="2147483731"/>
              <ac:spMk id="17" creationId="{40C1AF06-63D9-405D-94ED-2270CB6C71F7}"/>
            </ac:spMkLst>
          </pc:spChg>
          <pc:cxnChg chg="add del mod">
            <ac:chgData name="Rafaela Boletti Duraes Souto" userId="78f52f2a-2d51-4833-a638-c8c75f30638a" providerId="ADAL" clId="{08120806-4825-4CA5-BADB-3903FD4E160D}" dt="2025-05-05T12:20:48.322" v="149" actId="478"/>
            <ac:cxnSpMkLst>
              <pc:docMk/>
              <pc:sldMasterMk cId="1747979782" sldId="2147483665"/>
              <pc:sldLayoutMk cId="83172324" sldId="2147483731"/>
              <ac:cxnSpMk id="6" creationId="{E0726F81-F09F-4736-B085-FB6A9CC7524F}"/>
            </ac:cxnSpMkLst>
          </pc:cxnChg>
          <pc:cxnChg chg="add mod">
            <ac:chgData name="Rafaela Boletti Duraes Souto" userId="78f52f2a-2d51-4833-a638-c8c75f30638a" providerId="ADAL" clId="{08120806-4825-4CA5-BADB-3903FD4E160D}" dt="2025-05-05T12:20:53.631" v="159" actId="1038"/>
            <ac:cxnSpMkLst>
              <pc:docMk/>
              <pc:sldMasterMk cId="1747979782" sldId="2147483665"/>
              <pc:sldLayoutMk cId="83172324" sldId="2147483731"/>
              <ac:cxnSpMk id="12" creationId="{81EA03A3-A518-40FE-82AE-76B14F55C35D}"/>
            </ac:cxnSpMkLst>
          </pc:cxnChg>
        </pc:sldLayoutChg>
        <pc:sldLayoutChg chg="addSp delSp modSp">
          <pc:chgData name="Rafaela Boletti Duraes Souto" userId="78f52f2a-2d51-4833-a638-c8c75f30638a" providerId="ADAL" clId="{08120806-4825-4CA5-BADB-3903FD4E160D}" dt="2025-05-05T12:12:46.628" v="27" actId="478"/>
          <pc:sldLayoutMkLst>
            <pc:docMk/>
            <pc:sldMasterMk cId="1747979782" sldId="2147483665"/>
            <pc:sldLayoutMk cId="3757287322" sldId="2147483733"/>
          </pc:sldLayoutMkLst>
          <pc:spChg chg="mod">
            <ac:chgData name="Rafaela Boletti Duraes Souto" userId="78f52f2a-2d51-4833-a638-c8c75f30638a" providerId="ADAL" clId="{08120806-4825-4CA5-BADB-3903FD4E160D}" dt="2025-05-05T12:12:43.853" v="26" actId="1076"/>
            <ac:spMkLst>
              <pc:docMk/>
              <pc:sldMasterMk cId="1747979782" sldId="2147483665"/>
              <pc:sldLayoutMk cId="3757287322" sldId="2147483733"/>
              <ac:spMk id="2" creationId="{CBEB5FCD-F8C8-48E4-837D-EDBCE0231D10}"/>
            </ac:spMkLst>
          </pc:spChg>
          <pc:spChg chg="add del mod">
            <ac:chgData name="Rafaela Boletti Duraes Souto" userId="78f52f2a-2d51-4833-a638-c8c75f30638a" providerId="ADAL" clId="{08120806-4825-4CA5-BADB-3903FD4E160D}" dt="2025-05-05T12:12:46.628" v="27" actId="478"/>
            <ac:spMkLst>
              <pc:docMk/>
              <pc:sldMasterMk cId="1747979782" sldId="2147483665"/>
              <pc:sldLayoutMk cId="3757287322" sldId="2147483733"/>
              <ac:spMk id="7" creationId="{3F6B8FEC-04C5-4441-AF7C-453DBF909554}"/>
            </ac:spMkLst>
          </pc:spChg>
        </pc:sldLayoutChg>
        <pc:sldLayoutChg chg="addSp delSp modSp">
          <pc:chgData name="Rafaela Boletti Duraes Souto" userId="78f52f2a-2d51-4833-a638-c8c75f30638a" providerId="ADAL" clId="{08120806-4825-4CA5-BADB-3903FD4E160D}" dt="2025-05-05T12:21:48.763" v="200" actId="20577"/>
          <pc:sldLayoutMkLst>
            <pc:docMk/>
            <pc:sldMasterMk cId="1747979782" sldId="2147483665"/>
            <pc:sldLayoutMk cId="955198520" sldId="2147483736"/>
          </pc:sldLayoutMkLst>
          <pc:spChg chg="add">
            <ac:chgData name="Rafaela Boletti Duraes Souto" userId="78f52f2a-2d51-4833-a638-c8c75f30638a" providerId="ADAL" clId="{08120806-4825-4CA5-BADB-3903FD4E160D}" dt="2025-05-05T12:21:46.443" v="198"/>
            <ac:spMkLst>
              <pc:docMk/>
              <pc:sldMasterMk cId="1747979782" sldId="2147483665"/>
              <pc:sldLayoutMk cId="955198520" sldId="2147483736"/>
              <ac:spMk id="11" creationId="{A7302539-6AFF-4D13-B53D-029A813BF6D4}"/>
            </ac:spMkLst>
          </pc:spChg>
          <pc:spChg chg="add mod">
            <ac:chgData name="Rafaela Boletti Duraes Souto" userId="78f52f2a-2d51-4833-a638-c8c75f30638a" providerId="ADAL" clId="{08120806-4825-4CA5-BADB-3903FD4E160D}" dt="2025-05-05T12:21:48.763" v="200" actId="20577"/>
            <ac:spMkLst>
              <pc:docMk/>
              <pc:sldMasterMk cId="1747979782" sldId="2147483665"/>
              <pc:sldLayoutMk cId="955198520" sldId="2147483736"/>
              <ac:spMk id="12" creationId="{5BB95900-A88A-4501-998C-5A3CD6C28CA3}"/>
            </ac:spMkLst>
          </pc:spChg>
          <pc:spChg chg="del">
            <ac:chgData name="Rafaela Boletti Duraes Souto" userId="78f52f2a-2d51-4833-a638-c8c75f30638a" providerId="ADAL" clId="{08120806-4825-4CA5-BADB-3903FD4E160D}" dt="2025-05-05T12:21:45.572" v="197" actId="478"/>
            <ac:spMkLst>
              <pc:docMk/>
              <pc:sldMasterMk cId="1747979782" sldId="2147483665"/>
              <pc:sldLayoutMk cId="955198520" sldId="2147483736"/>
              <ac:spMk id="17" creationId="{40C1AF06-63D9-405D-94ED-2270CB6C71F7}"/>
            </ac:spMkLst>
          </pc:spChg>
          <pc:cxnChg chg="add del">
            <ac:chgData name="Rafaela Boletti Duraes Souto" userId="78f52f2a-2d51-4833-a638-c8c75f30638a" providerId="ADAL" clId="{08120806-4825-4CA5-BADB-3903FD4E160D}" dt="2025-05-05T12:21:44.469" v="196" actId="478"/>
            <ac:cxnSpMkLst>
              <pc:docMk/>
              <pc:sldMasterMk cId="1747979782" sldId="2147483665"/>
              <pc:sldLayoutMk cId="955198520" sldId="2147483736"/>
              <ac:cxnSpMk id="9" creationId="{30B9B339-4A33-4173-91A2-A85E2FF39DA6}"/>
            </ac:cxnSpMkLst>
          </pc:cxnChg>
          <pc:cxnChg chg="add">
            <ac:chgData name="Rafaela Boletti Duraes Souto" userId="78f52f2a-2d51-4833-a638-c8c75f30638a" providerId="ADAL" clId="{08120806-4825-4CA5-BADB-3903FD4E160D}" dt="2025-05-05T12:21:46.443" v="198"/>
            <ac:cxnSpMkLst>
              <pc:docMk/>
              <pc:sldMasterMk cId="1747979782" sldId="2147483665"/>
              <pc:sldLayoutMk cId="955198520" sldId="2147483736"/>
              <ac:cxnSpMk id="13" creationId="{0021C97F-BFBD-483A-B0CF-0BB3A58BBEDC}"/>
            </ac:cxnSpMkLst>
          </pc:cxnChg>
        </pc:sldLayoutChg>
      </pc:sldMasterChg>
    </pc:docChg>
  </pc:docChgLst>
  <pc:docChgLst>
    <pc:chgData name="Rafaela Boletti Duraes Souto" userId="78f52f2a-2d51-4833-a638-c8c75f30638a" providerId="ADAL" clId="{3874607B-6949-4EEE-8563-0A6A39571738}"/>
    <pc:docChg chg="undo custSel addSld delSld modSld modMainMaster modSection">
      <pc:chgData name="Rafaela Boletti Duraes Souto" userId="78f52f2a-2d51-4833-a638-c8c75f30638a" providerId="ADAL" clId="{3874607B-6949-4EEE-8563-0A6A39571738}" dt="2025-07-11T19:56:41.868" v="316" actId="2696"/>
      <pc:docMkLst>
        <pc:docMk/>
      </pc:docMkLst>
      <pc:sldChg chg="del">
        <pc:chgData name="Rafaela Boletti Duraes Souto" userId="78f52f2a-2d51-4833-a638-c8c75f30638a" providerId="ADAL" clId="{3874607B-6949-4EEE-8563-0A6A39571738}" dt="2025-07-11T19:53:45.137" v="235" actId="2696"/>
        <pc:sldMkLst>
          <pc:docMk/>
          <pc:sldMk cId="906182785" sldId="328"/>
        </pc:sldMkLst>
      </pc:sldChg>
      <pc:sldChg chg="addSp delSp modSp add delCm">
        <pc:chgData name="Rafaela Boletti Duraes Souto" userId="78f52f2a-2d51-4833-a638-c8c75f30638a" providerId="ADAL" clId="{3874607B-6949-4EEE-8563-0A6A39571738}" dt="2025-07-11T19:56:30.867" v="315"/>
        <pc:sldMkLst>
          <pc:docMk/>
          <pc:sldMk cId="2962113573" sldId="330"/>
        </pc:sldMkLst>
        <pc:spChg chg="del">
          <ac:chgData name="Rafaela Boletti Duraes Souto" userId="78f52f2a-2d51-4833-a638-c8c75f30638a" providerId="ADAL" clId="{3874607B-6949-4EEE-8563-0A6A39571738}" dt="2025-07-11T19:11:41.133" v="141"/>
          <ac:spMkLst>
            <pc:docMk/>
            <pc:sldMk cId="2962113573" sldId="330"/>
            <ac:spMk id="2" creationId="{2F399AC2-A384-475A-A9DD-8AFF4CE6387A}"/>
          </ac:spMkLst>
        </pc:spChg>
        <pc:spChg chg="add del mod">
          <ac:chgData name="Rafaela Boletti Duraes Souto" userId="78f52f2a-2d51-4833-a638-c8c75f30638a" providerId="ADAL" clId="{3874607B-6949-4EEE-8563-0A6A39571738}" dt="2025-07-11T19:19:57.796" v="234"/>
          <ac:spMkLst>
            <pc:docMk/>
            <pc:sldMk cId="2962113573" sldId="330"/>
            <ac:spMk id="3" creationId="{ECF723AD-DC43-407E-A092-C3B40E551582}"/>
          </ac:spMkLst>
        </pc:spChg>
        <pc:spChg chg="add del mod">
          <ac:chgData name="Rafaela Boletti Duraes Souto" userId="78f52f2a-2d51-4833-a638-c8c75f30638a" providerId="ADAL" clId="{3874607B-6949-4EEE-8563-0A6A39571738}" dt="2025-07-11T19:56:30.867" v="315"/>
          <ac:spMkLst>
            <pc:docMk/>
            <pc:sldMk cId="2962113573" sldId="330"/>
            <ac:spMk id="6" creationId="{AD3EAF07-74EB-4513-B90E-59B30D0C4B23}"/>
          </ac:spMkLst>
        </pc:spChg>
        <pc:spChg chg="add mod">
          <ac:chgData name="Rafaela Boletti Duraes Souto" userId="78f52f2a-2d51-4833-a638-c8c75f30638a" providerId="ADAL" clId="{3874607B-6949-4EEE-8563-0A6A39571738}" dt="2025-07-11T19:56:30.867" v="315"/>
          <ac:spMkLst>
            <pc:docMk/>
            <pc:sldMk cId="2962113573" sldId="330"/>
            <ac:spMk id="7" creationId="{AA058573-9696-4FB8-9FC0-84CDD82B3736}"/>
          </ac:spMkLst>
        </pc:spChg>
        <pc:picChg chg="add del mod">
          <ac:chgData name="Rafaela Boletti Duraes Souto" userId="78f52f2a-2d51-4833-a638-c8c75f30638a" providerId="ADAL" clId="{3874607B-6949-4EEE-8563-0A6A39571738}" dt="2025-07-11T19:18:23.703" v="199" actId="931"/>
          <ac:picMkLst>
            <pc:docMk/>
            <pc:sldMk cId="2962113573" sldId="330"/>
            <ac:picMk id="5" creationId="{64283B8D-91C3-47B0-9179-F35623862980}"/>
          </ac:picMkLst>
        </pc:picChg>
      </pc:sldChg>
      <pc:sldChg chg="addSp delSp modSp add del">
        <pc:chgData name="Rafaela Boletti Duraes Souto" userId="78f52f2a-2d51-4833-a638-c8c75f30638a" providerId="ADAL" clId="{3874607B-6949-4EEE-8563-0A6A39571738}" dt="2025-07-11T19:18:10.551" v="197" actId="2696"/>
        <pc:sldMkLst>
          <pc:docMk/>
          <pc:sldMk cId="414730478" sldId="331"/>
        </pc:sldMkLst>
        <pc:spChg chg="del">
          <ac:chgData name="Rafaela Boletti Duraes Souto" userId="78f52f2a-2d51-4833-a638-c8c75f30638a" providerId="ADAL" clId="{3874607B-6949-4EEE-8563-0A6A39571738}" dt="2025-07-11T19:13:50.821" v="156"/>
          <ac:spMkLst>
            <pc:docMk/>
            <pc:sldMk cId="414730478" sldId="331"/>
            <ac:spMk id="2" creationId="{37556B14-F94E-441A-9514-4F0E92EAA60B}"/>
          </ac:spMkLst>
        </pc:spChg>
        <pc:spChg chg="add del mod">
          <ac:chgData name="Rafaela Boletti Duraes Souto" userId="78f52f2a-2d51-4833-a638-c8c75f30638a" providerId="ADAL" clId="{3874607B-6949-4EEE-8563-0A6A39571738}" dt="2025-07-11T19:14:44.364" v="159"/>
          <ac:spMkLst>
            <pc:docMk/>
            <pc:sldMk cId="414730478" sldId="331"/>
            <ac:spMk id="3" creationId="{52C03BDD-8740-4CA6-98CC-91807006420E}"/>
          </ac:spMkLst>
        </pc:spChg>
        <pc:spChg chg="add del mod">
          <ac:chgData name="Rafaela Boletti Duraes Souto" userId="78f52f2a-2d51-4833-a638-c8c75f30638a" providerId="ADAL" clId="{3874607B-6949-4EEE-8563-0A6A39571738}" dt="2025-07-11T19:17:10.911" v="194"/>
          <ac:spMkLst>
            <pc:docMk/>
            <pc:sldMk cId="414730478" sldId="331"/>
            <ac:spMk id="4" creationId="{ED966D5A-7B6D-48D8-B6C8-9A844A13CF7A}"/>
          </ac:spMkLst>
        </pc:spChg>
        <pc:spChg chg="add mod">
          <ac:chgData name="Rafaela Boletti Duraes Souto" userId="78f52f2a-2d51-4833-a638-c8c75f30638a" providerId="ADAL" clId="{3874607B-6949-4EEE-8563-0A6A39571738}" dt="2025-07-11T19:17:10.911" v="194"/>
          <ac:spMkLst>
            <pc:docMk/>
            <pc:sldMk cId="414730478" sldId="331"/>
            <ac:spMk id="5" creationId="{10B89F73-261B-4DD0-8C6E-5EA9BDD45E9B}"/>
          </ac:spMkLst>
        </pc:spChg>
        <pc:spChg chg="add mod">
          <ac:chgData name="Rafaela Boletti Duraes Souto" userId="78f52f2a-2d51-4833-a638-c8c75f30638a" providerId="ADAL" clId="{3874607B-6949-4EEE-8563-0A6A39571738}" dt="2025-07-11T19:17:10.911" v="194"/>
          <ac:spMkLst>
            <pc:docMk/>
            <pc:sldMk cId="414730478" sldId="331"/>
            <ac:spMk id="6" creationId="{CA37B7FC-DD59-48B6-A2DD-E9A0F66556A5}"/>
          </ac:spMkLst>
        </pc:spChg>
        <pc:spChg chg="add del mod">
          <ac:chgData name="Rafaela Boletti Duraes Souto" userId="78f52f2a-2d51-4833-a638-c8c75f30638a" providerId="ADAL" clId="{3874607B-6949-4EEE-8563-0A6A39571738}" dt="2025-07-11T19:18:04.255" v="195" actId="931"/>
          <ac:spMkLst>
            <pc:docMk/>
            <pc:sldMk cId="414730478" sldId="331"/>
            <ac:spMk id="7" creationId="{B221FE94-A368-4D51-89AF-F0F1EBE7F8BC}"/>
          </ac:spMkLst>
        </pc:spChg>
        <pc:picChg chg="add mod">
          <ac:chgData name="Rafaela Boletti Duraes Souto" userId="78f52f2a-2d51-4833-a638-c8c75f30638a" providerId="ADAL" clId="{3874607B-6949-4EEE-8563-0A6A39571738}" dt="2025-07-11T19:18:06.445" v="196" actId="1076"/>
          <ac:picMkLst>
            <pc:docMk/>
            <pc:sldMk cId="414730478" sldId="331"/>
            <ac:picMk id="9" creationId="{79486E50-8EFB-4457-9B95-A2CB1690D82F}"/>
          </ac:picMkLst>
        </pc:picChg>
      </pc:sldChg>
      <pc:sldMasterChg chg="addSldLayout delSldLayout modSldLayout">
        <pc:chgData name="Rafaela Boletti Duraes Souto" userId="78f52f2a-2d51-4833-a638-c8c75f30638a" providerId="ADAL" clId="{3874607B-6949-4EEE-8563-0A6A39571738}" dt="2025-07-11T19:56:41.868" v="316" actId="2696"/>
        <pc:sldMasterMkLst>
          <pc:docMk/>
          <pc:sldMasterMk cId="1747979782" sldId="2147483665"/>
        </pc:sldMasterMkLst>
        <pc:sldLayoutChg chg="addSp delSp modSp del">
          <pc:chgData name="Rafaela Boletti Duraes Souto" userId="78f52f2a-2d51-4833-a638-c8c75f30638a" providerId="ADAL" clId="{3874607B-6949-4EEE-8563-0A6A39571738}" dt="2025-07-11T19:56:41.868" v="316" actId="2696"/>
          <pc:sldLayoutMkLst>
            <pc:docMk/>
            <pc:sldMasterMk cId="1747979782" sldId="2147483665"/>
            <pc:sldLayoutMk cId="4175010061" sldId="2147483737"/>
          </pc:sldLayoutMkLst>
          <pc:spChg chg="add del">
            <ac:chgData name="Rafaela Boletti Duraes Souto" userId="78f52f2a-2d51-4833-a638-c8c75f30638a" providerId="ADAL" clId="{3874607B-6949-4EEE-8563-0A6A39571738}" dt="2025-07-11T19:09:08.943" v="62" actId="11529"/>
            <ac:spMkLst>
              <pc:docMk/>
              <pc:sldMasterMk cId="1747979782" sldId="2147483665"/>
              <pc:sldLayoutMk cId="4175010061" sldId="2147483737"/>
              <ac:spMk id="2" creationId="{6D8B9A7E-73F2-47EC-96CD-58E2AC7927FE}"/>
            </ac:spMkLst>
          </pc:spChg>
          <pc:spChg chg="add mod ord">
            <ac:chgData name="Rafaela Boletti Duraes Souto" userId="78f52f2a-2d51-4833-a638-c8c75f30638a" providerId="ADAL" clId="{3874607B-6949-4EEE-8563-0A6A39571738}" dt="2025-07-11T19:19:05.078" v="201" actId="20577"/>
            <ac:spMkLst>
              <pc:docMk/>
              <pc:sldMasterMk cId="1747979782" sldId="2147483665"/>
              <pc:sldLayoutMk cId="4175010061" sldId="2147483737"/>
              <ac:spMk id="6" creationId="{628EEB00-3038-4458-AA75-7CB060D7C942}"/>
            </ac:spMkLst>
          </pc:spChg>
          <pc:spChg chg="add del">
            <ac:chgData name="Rafaela Boletti Duraes Souto" userId="78f52f2a-2d51-4833-a638-c8c75f30638a" providerId="ADAL" clId="{3874607B-6949-4EEE-8563-0A6A39571738}" dt="2025-07-11T19:08:33.790" v="60"/>
            <ac:spMkLst>
              <pc:docMk/>
              <pc:sldMasterMk cId="1747979782" sldId="2147483665"/>
              <pc:sldLayoutMk cId="4175010061" sldId="2147483737"/>
              <ac:spMk id="10" creationId="{4DFA4BB1-B2A9-46C9-8C9A-1E7792E41886}"/>
            </ac:spMkLst>
          </pc:spChg>
          <pc:spChg chg="add del">
            <ac:chgData name="Rafaela Boletti Duraes Souto" userId="78f52f2a-2d51-4833-a638-c8c75f30638a" providerId="ADAL" clId="{3874607B-6949-4EEE-8563-0A6A39571738}" dt="2025-07-11T19:11:26.952" v="139" actId="478"/>
            <ac:spMkLst>
              <pc:docMk/>
              <pc:sldMasterMk cId="1747979782" sldId="2147483665"/>
              <pc:sldLayoutMk cId="4175010061" sldId="2147483737"/>
              <ac:spMk id="11" creationId="{22E2E2B7-02B9-4DB9-BB85-10880F914704}"/>
            </ac:spMkLst>
          </pc:spChg>
          <pc:graphicFrameChg chg="mod modGraphic">
            <ac:chgData name="Rafaela Boletti Duraes Souto" userId="78f52f2a-2d51-4833-a638-c8c75f30638a" providerId="ADAL" clId="{3874607B-6949-4EEE-8563-0A6A39571738}" dt="2025-07-11T19:19:14.816" v="230" actId="6549"/>
            <ac:graphicFrameMkLst>
              <pc:docMk/>
              <pc:sldMasterMk cId="1747979782" sldId="2147483665"/>
              <pc:sldLayoutMk cId="4175010061" sldId="2147483737"/>
              <ac:graphicFrameMk id="9" creationId="{0DDD8283-02F4-4045-9B4D-1A191A056592}"/>
            </ac:graphicFrameMkLst>
          </pc:graphicFrameChg>
        </pc:sldLayoutChg>
        <pc:sldLayoutChg chg="addSp delSp modSp add del">
          <pc:chgData name="Rafaela Boletti Duraes Souto" userId="78f52f2a-2d51-4833-a638-c8c75f30638a" providerId="ADAL" clId="{3874607B-6949-4EEE-8563-0A6A39571738}" dt="2025-07-11T19:19:33.056" v="233" actId="2696"/>
          <pc:sldLayoutMkLst>
            <pc:docMk/>
            <pc:sldMasterMk cId="1747979782" sldId="2147483665"/>
            <pc:sldLayoutMk cId="2720858185" sldId="2147483739"/>
          </pc:sldLayoutMkLst>
          <pc:spChg chg="del">
            <ac:chgData name="Rafaela Boletti Duraes Souto" userId="78f52f2a-2d51-4833-a638-c8c75f30638a" providerId="ADAL" clId="{3874607B-6949-4EEE-8563-0A6A39571738}" dt="2025-07-11T19:12:50.960" v="145" actId="478"/>
            <ac:spMkLst>
              <pc:docMk/>
              <pc:sldMasterMk cId="1747979782" sldId="2147483665"/>
              <pc:sldLayoutMk cId="2720858185" sldId="2147483739"/>
              <ac:spMk id="2" creationId="{4E1FDD18-27EA-4377-8A54-5A769DF6F301}"/>
            </ac:spMkLst>
          </pc:spChg>
          <pc:spChg chg="add del">
            <ac:chgData name="Rafaela Boletti Duraes Souto" userId="78f52f2a-2d51-4833-a638-c8c75f30638a" providerId="ADAL" clId="{3874607B-6949-4EEE-8563-0A6A39571738}" dt="2025-07-11T19:12:54.839" v="146" actId="11529"/>
            <ac:spMkLst>
              <pc:docMk/>
              <pc:sldMasterMk cId="1747979782" sldId="2147483665"/>
              <pc:sldLayoutMk cId="2720858185" sldId="2147483739"/>
              <ac:spMk id="3" creationId="{827C35A6-4F72-4E70-8576-EEC6D0532719}"/>
            </ac:spMkLst>
          </pc:spChg>
          <pc:spChg chg="add del mod">
            <ac:chgData name="Rafaela Boletti Duraes Souto" userId="78f52f2a-2d51-4833-a638-c8c75f30638a" providerId="ADAL" clId="{3874607B-6949-4EEE-8563-0A6A39571738}" dt="2025-07-11T19:13:26.058" v="149" actId="478"/>
            <ac:spMkLst>
              <pc:docMk/>
              <pc:sldMasterMk cId="1747979782" sldId="2147483665"/>
              <pc:sldLayoutMk cId="2720858185" sldId="2147483739"/>
              <ac:spMk id="4" creationId="{D61EE234-2CF2-4B9D-9FB7-9221E4AE97DA}"/>
            </ac:spMkLst>
          </pc:spChg>
          <pc:spChg chg="add del mod">
            <ac:chgData name="Rafaela Boletti Duraes Souto" userId="78f52f2a-2d51-4833-a638-c8c75f30638a" providerId="ADAL" clId="{3874607B-6949-4EEE-8563-0A6A39571738}" dt="2025-07-11T19:13:16.172" v="148"/>
            <ac:spMkLst>
              <pc:docMk/>
              <pc:sldMasterMk cId="1747979782" sldId="2147483665"/>
              <pc:sldLayoutMk cId="2720858185" sldId="2147483739"/>
              <ac:spMk id="5" creationId="{B2E53B1A-EE0C-4363-AE09-561C383C1F2A}"/>
            </ac:spMkLst>
          </pc:spChg>
          <pc:spChg chg="add del">
            <ac:chgData name="Rafaela Boletti Duraes Souto" userId="78f52f2a-2d51-4833-a638-c8c75f30638a" providerId="ADAL" clId="{3874607B-6949-4EEE-8563-0A6A39571738}" dt="2025-07-11T19:13:31.923" v="150" actId="11529"/>
            <ac:spMkLst>
              <pc:docMk/>
              <pc:sldMasterMk cId="1747979782" sldId="2147483665"/>
              <pc:sldLayoutMk cId="2720858185" sldId="2147483739"/>
              <ac:spMk id="6" creationId="{1D03CE94-460B-4EE5-BF85-EC275D7FD17B}"/>
            </ac:spMkLst>
          </pc:spChg>
          <pc:spChg chg="add del mod">
            <ac:chgData name="Rafaela Boletti Duraes Souto" userId="78f52f2a-2d51-4833-a638-c8c75f30638a" providerId="ADAL" clId="{3874607B-6949-4EEE-8563-0A6A39571738}" dt="2025-07-11T19:14:20.524" v="157" actId="478"/>
            <ac:spMkLst>
              <pc:docMk/>
              <pc:sldMasterMk cId="1747979782" sldId="2147483665"/>
              <pc:sldLayoutMk cId="2720858185" sldId="2147483739"/>
              <ac:spMk id="7" creationId="{0AC556D4-FEC6-4B70-9023-9BC5ED317ED3}"/>
            </ac:spMkLst>
          </pc:spChg>
          <pc:spChg chg="add mod">
            <ac:chgData name="Rafaela Boletti Duraes Souto" userId="78f52f2a-2d51-4833-a638-c8c75f30638a" providerId="ADAL" clId="{3874607B-6949-4EEE-8563-0A6A39571738}" dt="2025-07-11T19:16:42.441" v="180" actId="1076"/>
            <ac:spMkLst>
              <pc:docMk/>
              <pc:sldMasterMk cId="1747979782" sldId="2147483665"/>
              <pc:sldLayoutMk cId="2720858185" sldId="2147483739"/>
              <ac:spMk id="8" creationId="{3481A30B-4328-4EE5-A78B-633DE77A05FA}"/>
            </ac:spMkLst>
          </pc:spChg>
          <pc:spChg chg="add del">
            <ac:chgData name="Rafaela Boletti Duraes Souto" userId="78f52f2a-2d51-4833-a638-c8c75f30638a" providerId="ADAL" clId="{3874607B-6949-4EEE-8563-0A6A39571738}" dt="2025-07-11T19:15:21.780" v="160" actId="11529"/>
            <ac:spMkLst>
              <pc:docMk/>
              <pc:sldMasterMk cId="1747979782" sldId="2147483665"/>
              <pc:sldLayoutMk cId="2720858185" sldId="2147483739"/>
              <ac:spMk id="9" creationId="{67D1E50B-9C43-4BE8-962D-4E318B97152B}"/>
            </ac:spMkLst>
          </pc:spChg>
          <pc:spChg chg="add del mod">
            <ac:chgData name="Rafaela Boletti Duraes Souto" userId="78f52f2a-2d51-4833-a638-c8c75f30638a" providerId="ADAL" clId="{3874607B-6949-4EEE-8563-0A6A39571738}" dt="2025-07-11T19:15:33.161" v="161" actId="478"/>
            <ac:spMkLst>
              <pc:docMk/>
              <pc:sldMasterMk cId="1747979782" sldId="2147483665"/>
              <pc:sldLayoutMk cId="2720858185" sldId="2147483739"/>
              <ac:spMk id="10" creationId="{F6BD8AAD-6076-4B0C-B8FB-B7C20E809B36}"/>
            </ac:spMkLst>
          </pc:spChg>
          <pc:spChg chg="add del">
            <ac:chgData name="Rafaela Boletti Duraes Souto" userId="78f52f2a-2d51-4833-a638-c8c75f30638a" providerId="ADAL" clId="{3874607B-6949-4EEE-8563-0A6A39571738}" dt="2025-07-11T19:15:47.511" v="163" actId="11529"/>
            <ac:spMkLst>
              <pc:docMk/>
              <pc:sldMasterMk cId="1747979782" sldId="2147483665"/>
              <pc:sldLayoutMk cId="2720858185" sldId="2147483739"/>
              <ac:spMk id="11" creationId="{BF648E11-ACC4-4E2F-97A1-20AEBD997B51}"/>
            </ac:spMkLst>
          </pc:spChg>
          <pc:spChg chg="add mod">
            <ac:chgData name="Rafaela Boletti Duraes Souto" userId="78f52f2a-2d51-4833-a638-c8c75f30638a" providerId="ADAL" clId="{3874607B-6949-4EEE-8563-0A6A39571738}" dt="2025-07-11T19:16:04.513" v="179" actId="20577"/>
            <ac:spMkLst>
              <pc:docMk/>
              <pc:sldMasterMk cId="1747979782" sldId="2147483665"/>
              <pc:sldLayoutMk cId="2720858185" sldId="2147483739"/>
              <ac:spMk id="12" creationId="{F1BABADF-32B6-419C-947C-2373D0B2CCDA}"/>
            </ac:spMkLst>
          </pc:spChg>
          <pc:spChg chg="add del">
            <ac:chgData name="Rafaela Boletti Duraes Souto" userId="78f52f2a-2d51-4833-a638-c8c75f30638a" providerId="ADAL" clId="{3874607B-6949-4EEE-8563-0A6A39571738}" dt="2025-07-11T19:16:57.085" v="181" actId="11529"/>
            <ac:spMkLst>
              <pc:docMk/>
              <pc:sldMasterMk cId="1747979782" sldId="2147483665"/>
              <pc:sldLayoutMk cId="2720858185" sldId="2147483739"/>
              <ac:spMk id="13" creationId="{76581A44-BF28-4853-8677-556A6FCC9B23}"/>
            </ac:spMkLst>
          </pc:spChg>
          <pc:spChg chg="add mod">
            <ac:chgData name="Rafaela Boletti Duraes Souto" userId="78f52f2a-2d51-4833-a638-c8c75f30638a" providerId="ADAL" clId="{3874607B-6949-4EEE-8563-0A6A39571738}" dt="2025-07-11T19:17:03.866" v="193" actId="20577"/>
            <ac:spMkLst>
              <pc:docMk/>
              <pc:sldMasterMk cId="1747979782" sldId="2147483665"/>
              <pc:sldLayoutMk cId="2720858185" sldId="2147483739"/>
              <ac:spMk id="14" creationId="{B4D6902D-8F90-479D-90B6-F773A72332E7}"/>
            </ac:spMkLst>
          </pc:spChg>
        </pc:sldLayoutChg>
        <pc:sldLayoutChg chg="addSp delSp modSp">
          <pc:chgData name="Rafaela Boletti Duraes Souto" userId="78f52f2a-2d51-4833-a638-c8c75f30638a" providerId="ADAL" clId="{3874607B-6949-4EEE-8563-0A6A39571738}" dt="2025-07-11T19:56:16.883" v="314" actId="20577"/>
          <pc:sldLayoutMkLst>
            <pc:docMk/>
            <pc:sldMasterMk cId="1747979782" sldId="2147483665"/>
            <pc:sldLayoutMk cId="4101406071" sldId="2147483739"/>
          </pc:sldLayoutMkLst>
          <pc:spChg chg="add del">
            <ac:chgData name="Rafaela Boletti Duraes Souto" userId="78f52f2a-2d51-4833-a638-c8c75f30638a" providerId="ADAL" clId="{3874607B-6949-4EEE-8563-0A6A39571738}" dt="2025-07-11T19:55:45.958" v="273" actId="478"/>
            <ac:spMkLst>
              <pc:docMk/>
              <pc:sldMasterMk cId="1747979782" sldId="2147483665"/>
              <pc:sldLayoutMk cId="4101406071" sldId="2147483739"/>
              <ac:spMk id="6" creationId="{628EEB00-3038-4458-AA75-7CB060D7C942}"/>
            </ac:spMkLst>
          </pc:spChg>
          <pc:spChg chg="add del">
            <ac:chgData name="Rafaela Boletti Duraes Souto" userId="78f52f2a-2d51-4833-a638-c8c75f30638a" providerId="ADAL" clId="{3874607B-6949-4EEE-8563-0A6A39571738}" dt="2025-07-11T19:55:15.988" v="238"/>
            <ac:spMkLst>
              <pc:docMk/>
              <pc:sldMasterMk cId="1747979782" sldId="2147483665"/>
              <pc:sldLayoutMk cId="4101406071" sldId="2147483739"/>
              <ac:spMk id="10" creationId="{AD7E137D-29A3-497D-BBAA-6D34F7E69D80}"/>
            </ac:spMkLst>
          </pc:spChg>
          <pc:spChg chg="add mod ord">
            <ac:chgData name="Rafaela Boletti Duraes Souto" userId="78f52f2a-2d51-4833-a638-c8c75f30638a" providerId="ADAL" clId="{3874607B-6949-4EEE-8563-0A6A39571738}" dt="2025-07-11T19:56:16.883" v="314" actId="20577"/>
            <ac:spMkLst>
              <pc:docMk/>
              <pc:sldMasterMk cId="1747979782" sldId="2147483665"/>
              <pc:sldLayoutMk cId="4101406071" sldId="2147483739"/>
              <ac:spMk id="11" creationId="{887BE0A0-DE67-4CB8-A3CC-BBC6D733AB2E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58637-C724-49AC-97B9-A464C80FECDD}" type="datetimeFigureOut">
              <a:rPr lang="pt-BR" smtClean="0"/>
              <a:t>26/03/2026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92163" y="1143000"/>
            <a:ext cx="5273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FA6931-5E41-4AE2-9D49-4AAAAFF17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54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FA6931-5E41-4AE2-9D49-4AAAAFF17FA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571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475196"/>
            <a:ext cx="14747649" cy="135421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 err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DevOPs</a:t>
            </a: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na Prática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2: Entrega Contínua, Monitoramento e Segurança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sz="2422"/>
          </a:p>
        </p:txBody>
      </p:sp>
      <p:sp>
        <p:nvSpPr>
          <p:cNvPr id="9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1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BEB5FCD-F8C8-48E4-837D-EDBCE0231D10}"/>
              </a:ext>
            </a:extLst>
          </p:cNvPr>
          <p:cNvSpPr txBox="1"/>
          <p:nvPr userDrawn="1"/>
        </p:nvSpPr>
        <p:spPr>
          <a:xfrm>
            <a:off x="2207025" y="2795172"/>
            <a:ext cx="11988000" cy="25249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234923" indent="-234923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Este é o modelo para você preencher a segunda entrega da disciplina.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1 - Pipeline de Entrega Contínua</a:t>
            </a:r>
          </a:p>
          <a:p>
            <a:pPr marL="266700" indent="0" algn="l">
              <a:lnSpc>
                <a:spcPts val="3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2 - Implementação de Containers e Orquestração</a:t>
            </a:r>
          </a:p>
          <a:p>
            <a:pPr marL="266700" indent="0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None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Seção 3 - Relatório Final e Demonstração</a:t>
            </a:r>
          </a:p>
          <a:p>
            <a:pPr marL="234923" indent="-234923" algn="l">
              <a:lnSpc>
                <a:spcPts val="3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2422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Se necessário duplicar o slide, no painel de miniaturas à esquerda clique na miniatura do slide e clique em ‘Duplicar Slide’. </a:t>
            </a:r>
          </a:p>
        </p:txBody>
      </p:sp>
    </p:spTree>
    <p:extLst>
      <p:ext uri="{BB962C8B-B14F-4D97-AF65-F5344CB8AC3E}">
        <p14:creationId xmlns:p14="http://schemas.microsoft.com/office/powerpoint/2010/main" val="3757287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1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Pipeline de Entrega Contínua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Retângulo 5">
            <a:extLst>
              <a:ext uri="{FF2B5EF4-FFF2-40B4-BE49-F238E27FC236}">
                <a16:creationId xmlns:a16="http://schemas.microsoft.com/office/drawing/2014/main" id="{6807B6E6-E1E3-4161-B953-A271C13ABAE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783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EXPANSÃO DO PIPELINE DE CI PARA INCLUSÃO DA ENTREGA CONTÍNUA (CD):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0835640" y="855785"/>
            <a:ext cx="46686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Pipeline de Entrega Contínua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3623355"/>
            <a:ext cx="12672000" cy="235449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2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Implementação de Containers e Orquestração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B0CB3943-272C-4C32-B482-560121CB61B3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141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1068419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CONTAINERIZAÇÃO DA APLICAÇÃO UTILIZANDO DOCKER: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9418320" y="855785"/>
            <a:ext cx="608593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Implementação de Containers e Orquestração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48E7F857-5448-4CCD-8569-619639D643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B4A90663-2F92-4A52-96F7-CA96860E500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23348495"/>
              </p:ext>
            </p:extLst>
          </p:nvPr>
        </p:nvGraphicFramePr>
        <p:xfrm>
          <a:off x="1193799" y="1904081"/>
          <a:ext cx="3789681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81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986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8" y="1640232"/>
            <a:ext cx="5681662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SCRIPTS DE DEPLOY USANDO OS CONTAINERS: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9" name="CaixaDeTexto 8">
            <a:extLst>
              <a:ext uri="{FF2B5EF4-FFF2-40B4-BE49-F238E27FC236}">
                <a16:creationId xmlns:a16="http://schemas.microsoft.com/office/drawing/2014/main" id="{0D0CAB1E-CDDC-4D4F-BD69-A08820525A39}"/>
              </a:ext>
            </a:extLst>
          </p:cNvPr>
          <p:cNvSpPr txBox="1"/>
          <p:nvPr userDrawn="1"/>
        </p:nvSpPr>
        <p:spPr>
          <a:xfrm>
            <a:off x="9418320" y="855785"/>
            <a:ext cx="608593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Implementação de Containers e Orquestração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487BA6BD-F2DA-4F04-A329-BF1EEE0159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282795"/>
            <a:ext cx="14544674" cy="6588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o link.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E44F08ED-3F11-4553-94B8-96DB62235C5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589840"/>
              </p:ext>
            </p:extLst>
          </p:nvPr>
        </p:nvGraphicFramePr>
        <p:xfrm>
          <a:off x="1193799" y="1904081"/>
          <a:ext cx="3789681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681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o link de acesso ao repositório (GitHub).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63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4038855"/>
            <a:ext cx="12672000" cy="152349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4000" b="1" kern="3200" spc="20" baseline="0" dirty="0">
                <a:solidFill>
                  <a:srgbClr val="9E7E54"/>
                </a:solidFill>
                <a:effectLst/>
                <a:latin typeface="+mn-lt"/>
                <a:ea typeface="Calibri Light" panose="020F0302020204030204" pitchFamily="34" charset="0"/>
              </a:rPr>
              <a:t>SEÇÃO 3</a:t>
            </a:r>
          </a:p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54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Relatório Final e Demonstração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B70FB7A2-C821-4005-9581-A434F16907D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C62543-80A6-4335-B5BF-F8DAD9E7C88A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0E5B71C4-9222-4017-8252-D16E1DE3F5FB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7" name="Retângulo 6">
            <a:extLst>
              <a:ext uri="{FF2B5EF4-FFF2-40B4-BE49-F238E27FC236}">
                <a16:creationId xmlns:a16="http://schemas.microsoft.com/office/drawing/2014/main" id="{6F3E43FC-36AC-4A32-B34A-E3BE18728F88}"/>
              </a:ext>
            </a:extLst>
          </p:cNvPr>
          <p:cNvSpPr/>
          <p:nvPr userDrawn="1"/>
        </p:nvSpPr>
        <p:spPr>
          <a:xfrm>
            <a:off x="911025" y="8714216"/>
            <a:ext cx="14580000" cy="28800"/>
          </a:xfrm>
          <a:prstGeom prst="rect">
            <a:avLst/>
          </a:prstGeom>
          <a:solidFill>
            <a:srgbClr val="5355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7329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5182548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RELATÓRIO DETALHADO DAS ETAPAS DO PROJETO</a:t>
            </a:r>
            <a:endParaRPr lang="pt-BR" sz="1800" b="1" kern="2400" spc="20" baseline="0" dirty="0">
              <a:solidFill>
                <a:srgbClr val="19266B"/>
              </a:solidFill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11840" y="855785"/>
            <a:ext cx="45924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Relatório Final e Demonstração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DDAA29E-80DC-4FA9-8CA9-0B794204646F}"/>
              </a:ext>
            </a:extLst>
          </p:cNvPr>
          <p:cNvSpPr txBox="1"/>
          <p:nvPr userDrawn="1"/>
        </p:nvSpPr>
        <p:spPr>
          <a:xfrm>
            <a:off x="6552247" y="1640232"/>
            <a:ext cx="694373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9966FF"/>
                </a:solidFill>
                <a:latin typeface="+mn-lt"/>
                <a:ea typeface="+mn-ea"/>
                <a:cs typeface="+mn-cs"/>
              </a:rPr>
              <a:t>FASE 1</a:t>
            </a:r>
            <a:endParaRPr lang="pt-BR" sz="1800" b="1" kern="2400" spc="20" baseline="0" dirty="0">
              <a:solidFill>
                <a:srgbClr val="19266B"/>
              </a:solidFill>
            </a:endParaRP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81EA03A3-A518-40FE-82AE-76B14F55C35D}"/>
              </a:ext>
            </a:extLst>
          </p:cNvPr>
          <p:cNvCxnSpPr>
            <a:cxnSpLocks/>
          </p:cNvCxnSpPr>
          <p:nvPr userDrawn="1"/>
        </p:nvCxnSpPr>
        <p:spPr>
          <a:xfrm>
            <a:off x="6149335" y="1783080"/>
            <a:ext cx="360000" cy="0"/>
          </a:xfrm>
          <a:prstGeom prst="straightConnector1">
            <a:avLst/>
          </a:prstGeom>
          <a:ln w="31750" cap="rnd">
            <a:solidFill>
              <a:srgbClr val="9966FF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17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11840" y="855785"/>
            <a:ext cx="45924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Relatório Final e Demonstração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7302539-6AFF-4D13-B53D-029A813BF6D4}"/>
              </a:ext>
            </a:extLst>
          </p:cNvPr>
          <p:cNvSpPr txBox="1"/>
          <p:nvPr userDrawn="1"/>
        </p:nvSpPr>
        <p:spPr>
          <a:xfrm>
            <a:off x="928687" y="1640232"/>
            <a:ext cx="5182548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a)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RELATÓRIO DETALHADO DAS ETAPAS DO PROJETO</a:t>
            </a:r>
            <a:endParaRPr lang="pt-BR" sz="1800" b="1" kern="2400" spc="20" baseline="0" dirty="0">
              <a:solidFill>
                <a:srgbClr val="19266B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BB95900-A88A-4501-998C-5A3CD6C28CA3}"/>
              </a:ext>
            </a:extLst>
          </p:cNvPr>
          <p:cNvSpPr txBox="1"/>
          <p:nvPr userDrawn="1"/>
        </p:nvSpPr>
        <p:spPr>
          <a:xfrm>
            <a:off x="6552247" y="1640232"/>
            <a:ext cx="694373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9966FF"/>
                </a:solidFill>
                <a:latin typeface="+mn-lt"/>
                <a:ea typeface="+mn-ea"/>
                <a:cs typeface="+mn-cs"/>
              </a:rPr>
              <a:t>FASE 2</a:t>
            </a:r>
            <a:endParaRPr lang="pt-BR" sz="1800" b="1" kern="2400" spc="20" baseline="0" dirty="0">
              <a:solidFill>
                <a:srgbClr val="19266B"/>
              </a:solidFill>
            </a:endParaRP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0021C97F-BFBD-483A-B0CF-0BB3A58BBEDC}"/>
              </a:ext>
            </a:extLst>
          </p:cNvPr>
          <p:cNvCxnSpPr>
            <a:cxnSpLocks/>
          </p:cNvCxnSpPr>
          <p:nvPr userDrawn="1"/>
        </p:nvCxnSpPr>
        <p:spPr>
          <a:xfrm>
            <a:off x="6149335" y="1783080"/>
            <a:ext cx="360000" cy="0"/>
          </a:xfrm>
          <a:prstGeom prst="straightConnector1">
            <a:avLst/>
          </a:prstGeom>
          <a:ln w="31750" cap="rnd">
            <a:solidFill>
              <a:srgbClr val="9966FF"/>
            </a:solidFill>
            <a:round/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98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887BE0A0-DE67-4CB8-A3CC-BBC6D733AB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3928" y="2295282"/>
            <a:ext cx="14544674" cy="6589955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Cole aqui a imagem do seu fluxo.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8967788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b)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DEMONSTRAÇÃO PRÁTICA DE TODO O FLUXO DEVOPS IMPLEMENTADO</a:t>
            </a:r>
            <a:r>
              <a:rPr lang="pt-BR" sz="1800" b="1" kern="2400" spc="20" baseline="0" dirty="0">
                <a:solidFill>
                  <a:srgbClr val="19266B"/>
                </a:solidFill>
              </a:rPr>
              <a:t>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11840" y="855785"/>
            <a:ext cx="45924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Relatório Final e Demonstração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0DDD8283-02F4-4045-9B4D-1A191A05659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27435924"/>
              </p:ext>
            </p:extLst>
          </p:nvPr>
        </p:nvGraphicFramePr>
        <p:xfrm>
          <a:off x="1193799" y="1904081"/>
          <a:ext cx="14279563" cy="2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9563">
                  <a:extLst>
                    <a:ext uri="{9D8B030D-6E8A-4147-A177-3AD203B41FA5}">
                      <a16:colId xmlns:a16="http://schemas.microsoft.com/office/drawing/2014/main" val="184229219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pt-BR" sz="1600" b="0" kern="2000" spc="-10" baseline="0" dirty="0">
                          <a:solidFill>
                            <a:srgbClr val="53559B"/>
                          </a:solidFill>
                        </a:rPr>
                        <a:t>Insira aqui a representação visual do Fluxograma completo com a demonstração de todas as etapas do pipeline de integração.</a:t>
                      </a:r>
                    </a:p>
                  </a:txBody>
                  <a:tcPr marL="0" marR="0" marT="0" marB="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6212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406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ixaDeTexto 16">
            <a:extLst>
              <a:ext uri="{FF2B5EF4-FFF2-40B4-BE49-F238E27FC236}">
                <a16:creationId xmlns:a16="http://schemas.microsoft.com/office/drawing/2014/main" id="{40C1AF06-63D9-405D-94ED-2270CB6C71F7}"/>
              </a:ext>
            </a:extLst>
          </p:cNvPr>
          <p:cNvSpPr txBox="1"/>
          <p:nvPr userDrawn="1"/>
        </p:nvSpPr>
        <p:spPr>
          <a:xfrm>
            <a:off x="928687" y="1640232"/>
            <a:ext cx="6881813" cy="276999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2400" spc="20" baseline="0" dirty="0">
                <a:solidFill>
                  <a:srgbClr val="19266B"/>
                </a:solidFill>
              </a:rPr>
              <a:t>c) </a:t>
            </a:r>
            <a:r>
              <a:rPr lang="pt-BR" sz="1800" b="1" kern="2400" spc="20" baseline="0" dirty="0">
                <a:solidFill>
                  <a:srgbClr val="19266B"/>
                </a:solidFill>
                <a:latin typeface="+mn-lt"/>
                <a:ea typeface="+mn-ea"/>
                <a:cs typeface="+mn-cs"/>
              </a:rPr>
              <a:t>ANÁLISE DOS RESULTADOS E SUGESTÃO DE MELHORIAS FUTURAS</a:t>
            </a:r>
            <a:r>
              <a:rPr lang="pt-BR" sz="1800" b="1" kern="2400" spc="20" baseline="0" dirty="0">
                <a:solidFill>
                  <a:srgbClr val="19266B"/>
                </a:solidFill>
              </a:rPr>
              <a:t>: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A3E46545-5E91-4C76-87DB-86D3C5ED1C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8" y="2030470"/>
            <a:ext cx="14544674" cy="684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8614ED5-BD5E-4882-BF75-99FBC0D3D856}"/>
              </a:ext>
            </a:extLst>
          </p:cNvPr>
          <p:cNvSpPr txBox="1"/>
          <p:nvPr userDrawn="1"/>
        </p:nvSpPr>
        <p:spPr>
          <a:xfrm>
            <a:off x="10911840" y="855785"/>
            <a:ext cx="459241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Relatório Final e Demonstração</a:t>
            </a:r>
          </a:p>
        </p:txBody>
      </p:sp>
    </p:spTree>
    <p:extLst>
      <p:ext uri="{BB962C8B-B14F-4D97-AF65-F5344CB8AC3E}">
        <p14:creationId xmlns:p14="http://schemas.microsoft.com/office/powerpoint/2010/main" val="1747346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33" r:id="rId2"/>
    <p:sldLayoutId id="2147483696" r:id="rId3"/>
    <p:sldLayoutId id="2147483706" r:id="rId4"/>
    <p:sldLayoutId id="2147483734" r:id="rId5"/>
    <p:sldLayoutId id="2147483728" r:id="rId6"/>
    <p:sldLayoutId id="2147483730" r:id="rId7"/>
    <p:sldLayoutId id="2147483735" r:id="rId8"/>
    <p:sldLayoutId id="2147483731" r:id="rId9"/>
    <p:sldLayoutId id="2147483736" r:id="rId10"/>
    <p:sldLayoutId id="2147483739" r:id="rId11"/>
    <p:sldLayoutId id="2147483738" r:id="rId12"/>
    <p:sldLayoutId id="2147483694" r:id="rId13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980E9-187B-41BE-8F52-63F0BAC645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47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7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4E2798D-2651-44FC-8A6B-CA3191F9DD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29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181BE6-E915-4A13-8BF5-110E693F1C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013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0E8DC6-4F7E-49E7-B7FF-313F6C650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034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667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1D21805-13EB-4C4A-8CBD-41CEE10D79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169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6C2A04-613C-4F1D-AEBB-6742608F70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081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A058573-9696-4FB8-9FC0-84CDD82B37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113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D887FD-3139-4636-B7E0-7A260054AD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345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Props1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5DC577-20A1-4512-B4E1-28F0CC21B7A7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0c1d693f-504f-4903-8fa4-fc4240ce4f11"/>
    <ds:schemaRef ds:uri="http://purl.org/dc/dcmitype/"/>
    <ds:schemaRef ds:uri="http://purl.org/dc/elements/1.1/"/>
    <ds:schemaRef ds:uri="6439f31e-650a-4110-90ce-dedea4761958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2255</TotalTime>
  <Words>1</Words>
  <Application>Microsoft Office PowerPoint</Application>
  <PresentationFormat>Personalizar</PresentationFormat>
  <Paragraphs>1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Airton Simao Dos Santos Junior</cp:lastModifiedBy>
  <cp:revision>281</cp:revision>
  <dcterms:created xsi:type="dcterms:W3CDTF">2024-07-05T13:08:06Z</dcterms:created>
  <dcterms:modified xsi:type="dcterms:W3CDTF">2026-03-27T00:50:21Z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2025-07-22T17:31:50Z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ce42a295-90ee-446d-8e3a-fbaaeea0ebb4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